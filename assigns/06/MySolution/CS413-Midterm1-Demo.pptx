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70"/>
  </p:normalViewPr>
  <p:slideViewPr>
    <p:cSldViewPr snapToGrid="0">
      <p:cViewPr varScale="1">
        <p:scale>
          <a:sx n="97" d="100"/>
          <a:sy n="97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4139-79F7-4FF1-FA8E-92789BF82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22882-1393-F217-9C44-F264B41B7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D9F4A-A3DD-1F76-4755-E6180242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95E4-22B5-5042-E73B-EEAEAA55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C6D4-48ED-A817-E62A-1639BF26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3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0BAE-1406-22B9-24D3-83F49F8F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70F2-3F56-F8AA-82A0-C6C8D414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6BE9-B54D-6313-2BD1-59BB8712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5556B-6680-C0E5-C092-0009040E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FD472-5AC5-27ED-5CA8-0F066ECF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8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F3A0-3622-8869-C44B-2ABC89BE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EE46-615D-CE3F-0005-40EB97DAE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2F0D0-77DB-0783-24D4-574CC982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BDA16-84EF-159E-36BB-602B00E6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14B6-1754-5E9C-5F44-C4D24563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1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1A4-96DD-C9A7-974A-D74FEFD2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BB8BA-65C8-5838-1735-E02DF7D25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1D372-5FB1-9A4B-E6C1-4444FB1F8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F2C48-FDC5-A7B8-4E8D-30DD8E3E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59F9D-5C1B-D8E7-213B-26C4E46D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87F8B-CAEA-FA2E-19CD-8CC480CA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6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1035-418D-C454-BA38-61EB915B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0517-9073-3BE5-3FA3-73EEDD087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2337E-55D1-824A-4116-C0467259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A1E46-9FC1-C717-0105-EFC2B8C06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9CFB5-6E6F-2A1A-1BA0-CDD5F6EEE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606C9-45B9-09DD-B04B-99B13E3E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13E84-493A-77F5-D58E-704D710D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61002-4AF8-2A54-CF80-3F0C6093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353E-4FCB-E721-65F9-8B7E3421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8BB0-1A99-D3B4-9A01-2EC71EA6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3F516-F8A1-A831-C74E-6B916B82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147FB-3A10-D7BE-700A-859812E3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8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A8009-D35A-A62B-954F-853EE705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3A91E-05C7-31D2-9B9C-7710B723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411BE-177B-168B-C0E9-01CA451E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3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6EED-1501-5CD7-7A8B-E4AF4846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840C-0D34-74B4-FEB0-57C210661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0E4D3-9C24-383E-1DC9-1BD09E02B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331A1-3666-326A-1B34-2EE3F095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A4D67-FA66-C474-EB11-601A52DB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1B4EE-924E-978B-BD3B-3BD6131A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8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F611-DE72-9E63-3709-F1616B85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3C622-66F9-5F8F-CB5F-4EB808EBAD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5F307-2B72-4004-A1A5-67518FF47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ED953-85EE-411B-7746-200AF427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0060A-75E0-11C0-14C5-E6D5A8FD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7FF7A-D951-1D0C-B367-2ECD408B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6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A5DF-A94D-E3AA-CCE2-09592DE9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5E89A-815E-D0BD-C977-5AB61FF1F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67162-3D0A-BB94-8A3B-91297FD2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5FB1D-077B-CBC3-45EB-4F4ECD20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00A30-EA6F-99C6-3FEE-CE315B74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4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74976-55F5-124D-10FA-808CC1A35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68376-48AF-CA07-73E9-03A509BD8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1FE40-CEF4-E602-DED9-3D2B818A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13944-C75C-907D-6B2A-92469FD6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B703-B6C5-3CEC-2766-F2998344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1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43489-C499-86E3-6D87-0F53A216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D0964-970B-5640-3ED6-D0DC6EC7B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AF06-5844-23E3-AED0-1F2F277FC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A9587-3D5B-EB4D-982A-C2D3478CD15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BD4E5-2AEC-7654-1C1F-7BD04D1FE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1BFEF-EC0B-8F42-B1EA-7B7515FB6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23BAE-D3A4-B943-B197-B47555DF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EC87-6CF3-4BEA-1C7F-B333C5391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Midterm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91FD-4874-126B-9B26-6669F934E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Dave Feng</a:t>
            </a:r>
          </a:p>
        </p:txBody>
      </p:sp>
    </p:spTree>
    <p:extLst>
      <p:ext uri="{BB962C8B-B14F-4D97-AF65-F5344CB8AC3E}">
        <p14:creationId xmlns:p14="http://schemas.microsoft.com/office/powerpoint/2010/main" val="124598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3B9E-066B-E515-CA34-DA233E97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CFE13A-4D49-0199-AD11-997BEA899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 </m:t>
                    </m:r>
                  </m:oMath>
                </a14:m>
                <a:r>
                  <a:rPr lang="en-US" dirty="0"/>
                  <a:t>Source AST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Visitor Compiler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Church-encoded lambda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Call-by-value evaluator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Observer</a:t>
                </a:r>
              </a:p>
              <a:p>
                <a:r>
                  <a:rPr lang="en-US" dirty="0"/>
                  <a:t>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CFE13A-4D49-0199-AD11-997BEA899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86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3B8A-A894-EAD8-9310-1AF67199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2F4CE-50E6-9053-DAE3-FF86B094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D0Eop2(op, e1, e2)</a:t>
            </a:r>
          </a:p>
          <a:p>
            <a:r>
              <a:rPr lang="en-US" dirty="0"/>
              <a:t>D0Eop2((+), ONE, ONE)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F3C980-EAFE-42B4-ECA6-296CFD2067AE}"/>
              </a:ext>
            </a:extLst>
          </p:cNvPr>
          <p:cNvGrpSpPr/>
          <p:nvPr/>
        </p:nvGrpSpPr>
        <p:grpSpPr>
          <a:xfrm>
            <a:off x="6768662" y="2448911"/>
            <a:ext cx="2243959" cy="2228741"/>
            <a:chOff x="4183117" y="3447393"/>
            <a:chExt cx="2243959" cy="222874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500F5C1-2175-C481-DC21-049E519AC672}"/>
                </a:ext>
              </a:extLst>
            </p:cNvPr>
            <p:cNvSpPr/>
            <p:nvPr/>
          </p:nvSpPr>
          <p:spPr>
            <a:xfrm>
              <a:off x="4976648" y="3447393"/>
              <a:ext cx="662152" cy="66215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1F27F94-2B5C-3E1F-527B-54594E481D52}"/>
                </a:ext>
              </a:extLst>
            </p:cNvPr>
            <p:cNvSpPr/>
            <p:nvPr/>
          </p:nvSpPr>
          <p:spPr>
            <a:xfrm>
              <a:off x="4183117" y="5013982"/>
              <a:ext cx="788276" cy="66215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ONE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4625EB6-F590-3EA3-240E-FAC072A3DB11}"/>
                </a:ext>
              </a:extLst>
            </p:cNvPr>
            <p:cNvSpPr/>
            <p:nvPr/>
          </p:nvSpPr>
          <p:spPr>
            <a:xfrm>
              <a:off x="5638800" y="5013982"/>
              <a:ext cx="788276" cy="66215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3499ABF-B6A4-2F37-7EEE-5A751F8249D2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>
              <a:off x="5307724" y="4109545"/>
              <a:ext cx="725214" cy="904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ABC5402-6628-3BD9-4C79-669016D4C9CD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flipH="1">
              <a:off x="4577255" y="4109545"/>
              <a:ext cx="730469" cy="904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715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062F-ADB7-A2ED-1CD2-0AB6326E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Church encoded-lambda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BACBA-3AB4-A8C2-579E-2DE41208F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Term ::= Var(name) | Lam(name, Term) | App(Term, Term)</a:t>
                </a:r>
              </a:p>
              <a:p>
                <a:r>
                  <a:rPr lang="en-US" dirty="0"/>
                  <a:t>Term ::=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BACBA-3AB4-A8C2-579E-2DE41208F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35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7A93-BB5B-5339-40B6-F19CBE5F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primitives?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B8E9A-34F7-1B1B-DCC8-2F99D5972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793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TRUE 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FALSE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0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 			(ZERO)</a:t>
                </a:r>
              </a:p>
              <a:p>
                <a:r>
                  <a:rPr lang="en-US" dirty="0"/>
                  <a:t>1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			(ONE)</a:t>
                </a:r>
              </a:p>
              <a:p>
                <a:r>
                  <a:rPr lang="en-US" dirty="0"/>
                  <a:t>2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(TWO)</a:t>
                </a:r>
              </a:p>
              <a:p>
                <a:r>
                  <a:rPr lang="en-US" dirty="0"/>
                  <a:t>3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(THREE)</a:t>
                </a:r>
              </a:p>
              <a:p>
                <a:endParaRPr lang="en-US" dirty="0"/>
              </a:p>
              <a:p>
                <a:r>
                  <a:rPr lang="en-US" dirty="0"/>
                  <a:t>Pair A B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B8E9A-34F7-1B1B-DCC8-2F99D5972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7934"/>
              </a:xfrm>
              <a:blipFill>
                <a:blip r:embed="rId2"/>
                <a:stretch>
                  <a:fillRect l="-1086" t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60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6481-4695-06AD-4100-8F7FD856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A284F-4448-8DE6-2F9E-A518944BA8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f x = x + 1; f (5+5)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A284F-4448-8DE6-2F9E-A518944BA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49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6FBA-F4AF-A160-48AB-1E9733F7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10110-64C0-D95A-A62C-1491CF207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3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(THREE)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the base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10110-64C0-D95A-A62C-1491CF207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76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C6E0-CB0C-7845-A00A-EB144551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FB6D-5784-F0B7-4C7B-1C47CDF12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(op = “+”) then … else …</a:t>
            </a:r>
          </a:p>
          <a:p>
            <a:r>
              <a:rPr lang="en-US" dirty="0"/>
              <a:t>Accept (visitor, self)</a:t>
            </a:r>
          </a:p>
          <a:p>
            <a:endParaRPr lang="en-US" dirty="0"/>
          </a:p>
          <a:p>
            <a:r>
              <a:rPr lang="en-US" dirty="0" err="1"/>
              <a:t>AddVisitor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IntAddVisitor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BoolAddVisitor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6419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227</Words>
  <Application>Microsoft Macintosh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Midterm 1</vt:lpstr>
      <vt:lpstr>Architecture</vt:lpstr>
      <vt:lpstr>Abstract Syntax Trees</vt:lpstr>
      <vt:lpstr>Church encoded-lambda</vt:lpstr>
      <vt:lpstr>How do we represent primitives?</vt:lpstr>
      <vt:lpstr>Call by value</vt:lpstr>
      <vt:lpstr>Observer</vt:lpstr>
      <vt:lpstr>Visitors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Dave</dc:creator>
  <cp:lastModifiedBy>Feng, Dave</cp:lastModifiedBy>
  <cp:revision>8</cp:revision>
  <dcterms:created xsi:type="dcterms:W3CDTF">2026-10-27T02:19:56Z</dcterms:created>
  <dcterms:modified xsi:type="dcterms:W3CDTF">2026-10-27T12:39:32Z</dcterms:modified>
</cp:coreProperties>
</file>