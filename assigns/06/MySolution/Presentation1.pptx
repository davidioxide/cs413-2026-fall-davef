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91"/>
  </p:normalViewPr>
  <p:slideViewPr>
    <p:cSldViewPr snapToGrid="0">
      <p:cViewPr varScale="1">
        <p:scale>
          <a:sx n="122" d="100"/>
          <a:sy n="122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24139-79F7-4FF1-FA8E-92789BF826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D22882-1393-F217-9C44-F264B41B7F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3D9F4A-A3DD-1F76-4755-E61802425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C95E4-22B5-5042-E73B-EEAEAA555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50C6D4-48ED-A817-E62A-1639BF261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032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20BAE-1406-22B9-24D3-83F49F8F5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170F2-3F56-F8AA-82A0-C6C8D414E1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56BE9-B54D-6313-2BD1-59BB87120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85556B-6680-C0E5-C092-0009040E9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DFD472-5AC5-27ED-5CA8-0F066ECF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08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7F3A0-3622-8869-C44B-2ABC89BEE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F6EE46-615D-CE3F-0005-40EB97DAE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2F0D0-77DB-0783-24D4-574CC9826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3BDA16-84EF-159E-36BB-602B00E62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6314B6-1754-5E9C-5F44-C4D24563F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918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431A4-96DD-C9A7-974A-D74FEFD21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BB8BA-65C8-5838-1735-E02DF7D25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41D372-5FB1-9A4B-E6C1-4444FB1F84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2F2C48-FDC5-A7B8-4E8D-30DD8E3EC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059F9D-5C1B-D8E7-213B-26C4E46D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987F8B-CAEA-FA2E-19CD-8CC480CA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861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11035-418D-C454-BA38-61EB915BB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9D0517-9073-3BE5-3FA3-73EEDD0872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02337E-55D1-824A-4116-C046725912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3A1E46-9FC1-C717-0105-EFC2B8C06A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09CFB5-6E6F-2A1A-1BA0-CDD5F6EEE6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1606C9-45B9-09DD-B04B-99B13E3EE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A13E84-493A-77F5-D58E-704D710D5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E61002-4AF8-2A54-CF80-3F0C6093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561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1353E-4FCB-E721-65F9-8B7E3421A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DF8BB0-1A99-D3B4-9A01-2EC71EA6F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3F516-F8A1-A831-C74E-6B916B824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D147FB-3A10-D7BE-700A-859812E3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78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EA8009-D35A-A62B-954F-853EE7051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E3A91E-05C7-31D2-9B9C-7710B7236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C411BE-177B-168B-C0E9-01CA451EC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139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06EED-1501-5CD7-7A8B-E4AF48464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8840C-0D34-74B4-FEB0-57C2106618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20E4D3-9C24-383E-1DC9-1BD09E02B5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5331A1-3666-326A-1B34-2EE3F0955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EA4D67-FA66-C474-EB11-601A52DB6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C1B4EE-924E-978B-BD3B-3BD6131A9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286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9F611-DE72-9E63-3709-F1616B850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3C622-66F9-5F8F-CB5F-4EB808EBADD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B5F307-2B72-4004-A1A5-67518FF47D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ED953-85EE-411B-7746-200AF4278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0060A-75E0-11C0-14C5-E6D5A8FDF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7FF7A-D951-1D0C-B367-2ECD408B0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469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8A5DF-A94D-E3AA-CCE2-09592DE9F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15E89A-815E-D0BD-C977-5AB61FF1FE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67162-3D0A-BB94-8A3B-91297FD21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65FB1D-077B-CBC3-45EB-4F4ECD20A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00A30-EA6F-99C6-3FEE-CE315B740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46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474976-55F5-124D-10FA-808CC1A354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068376-48AF-CA07-73E9-03A509BD89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61FE40-CEF4-E602-DED9-3D2B818A0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A13944-C75C-907D-6B2A-92469FD6E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B703-B6C5-3CEC-2766-F29983448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718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343489-C499-86E3-6D87-0F53A2166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CD0964-970B-5640-3ED6-D0DC6EC7B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55AF06-5844-23E3-AED0-1F2F277FC7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A9587-3D5B-EB4D-982A-C2D3478CD15B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2BD4E5-2AEC-7654-1C1F-7BD04D1FE2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1BFEF-EC0B-8F42-B1EA-7B7515FB66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323BAE-D3A4-B943-B197-B47555DFE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519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4EC87-6CF3-4BEA-1C7F-B333C53911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Midterm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1991FD-4874-126B-9B26-6669F934E1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dirty="0"/>
              <a:t>Dave Feng</a:t>
            </a:r>
          </a:p>
        </p:txBody>
      </p:sp>
    </p:spTree>
    <p:extLst>
      <p:ext uri="{BB962C8B-B14F-4D97-AF65-F5344CB8AC3E}">
        <p14:creationId xmlns:p14="http://schemas.microsoft.com/office/powerpoint/2010/main" val="1245983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63B9E-066B-E515-CA34-DA233E976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CFE13A-4D49-0199-AD11-997BEA8991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Source Language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↓ </m:t>
                    </m:r>
                  </m:oMath>
                </a14:m>
                <a:r>
                  <a:rPr lang="en-US" dirty="0"/>
                  <a:t>Source AST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Visitor Compiler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Church-encoded lambda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Call-by-value evaluator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Observer</a:t>
                </a:r>
              </a:p>
              <a:p>
                <a:r>
                  <a:rPr lang="en-US" dirty="0"/>
                  <a:t>Value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CFE13A-4D49-0199-AD11-997BEA8991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9860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33B8A-A894-EAD8-9310-1AF67199C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 Syntax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2F4CE-50E6-9053-DAE3-FF86B0941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D0Eop2(op, e1, e2)</a:t>
            </a:r>
          </a:p>
          <a:p>
            <a:r>
              <a:rPr lang="en-US" dirty="0"/>
              <a:t>D0Eop2((+), ONE, ONE)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3F3C980-EAFE-42B4-ECA6-296CFD2067AE}"/>
              </a:ext>
            </a:extLst>
          </p:cNvPr>
          <p:cNvGrpSpPr/>
          <p:nvPr/>
        </p:nvGrpSpPr>
        <p:grpSpPr>
          <a:xfrm>
            <a:off x="6768662" y="2448911"/>
            <a:ext cx="2243959" cy="2228741"/>
            <a:chOff x="4183117" y="3447393"/>
            <a:chExt cx="2243959" cy="2228741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E500F5C1-2175-C481-DC21-049E519AC672}"/>
                </a:ext>
              </a:extLst>
            </p:cNvPr>
            <p:cNvSpPr/>
            <p:nvPr/>
          </p:nvSpPr>
          <p:spPr>
            <a:xfrm>
              <a:off x="4976648" y="3447393"/>
              <a:ext cx="662152" cy="66215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1F27F94-2B5C-3E1F-527B-54594E481D52}"/>
                </a:ext>
              </a:extLst>
            </p:cNvPr>
            <p:cNvSpPr/>
            <p:nvPr/>
          </p:nvSpPr>
          <p:spPr>
            <a:xfrm>
              <a:off x="4183117" y="5013982"/>
              <a:ext cx="788276" cy="66215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ONE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84625EB6-F590-3EA3-240E-FAC072A3DB11}"/>
                </a:ext>
              </a:extLst>
            </p:cNvPr>
            <p:cNvSpPr/>
            <p:nvPr/>
          </p:nvSpPr>
          <p:spPr>
            <a:xfrm>
              <a:off x="5638800" y="5013982"/>
              <a:ext cx="788276" cy="66215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ONE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3499ABF-B6A4-2F37-7EEE-5A751F8249D2}"/>
                </a:ext>
              </a:extLst>
            </p:cNvPr>
            <p:cNvCxnSpPr>
              <a:stCxn id="5" idx="2"/>
              <a:endCxn id="8" idx="0"/>
            </p:cNvCxnSpPr>
            <p:nvPr/>
          </p:nvCxnSpPr>
          <p:spPr>
            <a:xfrm>
              <a:off x="5307724" y="4109545"/>
              <a:ext cx="725214" cy="904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ABC5402-6628-3BD9-4C79-669016D4C9CD}"/>
                </a:ext>
              </a:extLst>
            </p:cNvPr>
            <p:cNvCxnSpPr>
              <a:stCxn id="5" idx="2"/>
              <a:endCxn id="6" idx="0"/>
            </p:cNvCxnSpPr>
            <p:nvPr/>
          </p:nvCxnSpPr>
          <p:spPr>
            <a:xfrm flipH="1">
              <a:off x="4577255" y="4109545"/>
              <a:ext cx="730469" cy="904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37150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1062F-ADB7-A2ED-1CD2-0AB6326EC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Church encoded-lambda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ABACBA-3AB4-A8C2-579E-2DE41208FA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Term ::= Var(name) | Lam(name, Term) | App(Term, Term)</a:t>
                </a:r>
              </a:p>
              <a:p>
                <a:r>
                  <a:rPr lang="en-US" dirty="0"/>
                  <a:t>Term ::=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br>
                  <a:rPr lang="en-US" dirty="0"/>
                </a:b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ABACBA-3AB4-A8C2-579E-2DE41208FA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35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47A93-BB5B-5339-40B6-F19CBE5F5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represent primitives?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4B8E9A-34F7-1B1B-DCC8-2F99D59727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3793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TRUE 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FALSE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0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 			(ZERO)</a:t>
                </a:r>
              </a:p>
              <a:p>
                <a:r>
                  <a:rPr lang="en-US" dirty="0"/>
                  <a:t>1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			(ONE)</a:t>
                </a:r>
              </a:p>
              <a:p>
                <a:r>
                  <a:rPr lang="en-US" dirty="0"/>
                  <a:t>2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	(TWO)</a:t>
                </a:r>
              </a:p>
              <a:p>
                <a:r>
                  <a:rPr lang="en-US" dirty="0"/>
                  <a:t>3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	(THREE)</a:t>
                </a:r>
              </a:p>
              <a:p>
                <a:endParaRPr lang="en-US" dirty="0"/>
              </a:p>
              <a:p>
                <a:r>
                  <a:rPr lang="en-US" dirty="0"/>
                  <a:t>Pair A B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4B8E9A-34F7-1B1B-DCC8-2F99D59727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37934"/>
              </a:xfrm>
              <a:blipFill>
                <a:blip r:embed="rId2"/>
                <a:stretch>
                  <a:fillRect l="-1086" t="-2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607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86481-4695-06AD-4100-8F7FD856C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284F-4448-8DE6-2F9E-A518944BA8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let f x = x + 1; f (5+5)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284F-4448-8DE6-2F9E-A518944BA8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5499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66FBA-F4AF-A160-48AB-1E9733F75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410110-64C0-D95A-A62C-1491CF207B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3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	(THREE)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is the base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410110-64C0-D95A-A62C-1491CF207B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3761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3C6E0-CB0C-7845-A00A-EB144551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Visitors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8FB6D-5784-F0B7-4C7B-1C47CDF12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(op = “+”) then … else …</a:t>
            </a:r>
          </a:p>
          <a:p>
            <a:r>
              <a:rPr lang="en-US" dirty="0"/>
              <a:t>Accept (visitor, self)</a:t>
            </a:r>
          </a:p>
          <a:p>
            <a:endParaRPr lang="en-US" dirty="0"/>
          </a:p>
          <a:p>
            <a:r>
              <a:rPr lang="en-US" dirty="0" err="1"/>
              <a:t>AddVisitor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IntAddVisitor</a:t>
            </a:r>
            <a:r>
              <a:rPr lang="en-US" dirty="0"/>
              <a:t>()</a:t>
            </a:r>
          </a:p>
          <a:p>
            <a:pPr lvl="1"/>
            <a:r>
              <a:rPr lang="en-US" dirty="0" err="1"/>
              <a:t>BoolAddVisitor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06419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228</Words>
  <Application>Microsoft Macintosh PowerPoint</Application>
  <PresentationFormat>Widescreen</PresentationFormat>
  <Paragraphs>42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Midterm 1</vt:lpstr>
      <vt:lpstr>Architecture</vt:lpstr>
      <vt:lpstr>Abstract Syntax Trees</vt:lpstr>
      <vt:lpstr>Church encoded-lambda</vt:lpstr>
      <vt:lpstr>How do we represent primitives?</vt:lpstr>
      <vt:lpstr>Call by value</vt:lpstr>
      <vt:lpstr>Observer</vt:lpstr>
      <vt:lpstr>Visitors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Feng, Dave</dc:creator>
  <cp:lastModifiedBy>Feng, Dave</cp:lastModifiedBy>
  <cp:revision>7</cp:revision>
  <dcterms:created xsi:type="dcterms:W3CDTF">2026-10-27T02:19:56Z</dcterms:created>
  <dcterms:modified xsi:type="dcterms:W3CDTF">2026-10-27T03:25:13Z</dcterms:modified>
</cp:coreProperties>
</file>