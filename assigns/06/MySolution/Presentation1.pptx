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62" r:id="rId3"/>
    <p:sldId id="263" r:id="rId4"/>
    <p:sldId id="257" r:id="rId5"/>
    <p:sldId id="258" r:id="rId6"/>
    <p:sldId id="259" r:id="rId7"/>
    <p:sldId id="260" r:id="rId8"/>
    <p:sldId id="261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97"/>
    <p:restoredTop sz="94691"/>
  </p:normalViewPr>
  <p:slideViewPr>
    <p:cSldViewPr snapToGrid="0">
      <p:cViewPr varScale="1">
        <p:scale>
          <a:sx n="122" d="100"/>
          <a:sy n="122" d="100"/>
        </p:scale>
        <p:origin x="224" y="2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E24139-79F7-4FF1-FA8E-92789BF8263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5D22882-1393-F217-9C44-F264B41B7F0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3D9F4A-A3DD-1F76-4755-E61802425D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CA9587-3D5B-EB4D-982A-C2D3478CD15B}" type="datetimeFigureOut">
              <a:rPr lang="en-US" smtClean="0"/>
              <a:t>10/26/26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1C95E4-22B5-5042-E73B-EEAEAA5553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50C6D4-48ED-A817-E62A-1639BF2617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23BAE-D3A4-B943-B197-B47555DFE4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50321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F20BAE-1406-22B9-24D3-83F49F8F57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C170F2-3F56-F8AA-82A0-C6C8D414E1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156BE9-B54D-6313-2BD1-59BB87120F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CA9587-3D5B-EB4D-982A-C2D3478CD15B}" type="datetimeFigureOut">
              <a:rPr lang="en-US" smtClean="0"/>
              <a:t>10/26/26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85556B-6680-C0E5-C092-0009040E9E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DFD472-5AC5-27ED-5CA8-0F066ECFD7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23BAE-D3A4-B943-B197-B47555DFE4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50879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B7F3A0-3622-8869-C44B-2ABC89BEE3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F6EE46-615D-CE3F-0005-40EB97DAEC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12F0D0-77DB-0783-24D4-574CC98263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CA9587-3D5B-EB4D-982A-C2D3478CD15B}" type="datetimeFigureOut">
              <a:rPr lang="en-US" smtClean="0"/>
              <a:t>10/26/26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3BDA16-84EF-159E-36BB-602B00E624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6314B6-1754-5E9C-5F44-C4D24563FD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23BAE-D3A4-B943-B197-B47555DFE4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89189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F431A4-96DD-C9A7-974A-D74FEFD21F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9BB8BA-65C8-5838-1735-E02DF7D25E7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841D372-5FB1-9A4B-E6C1-4444FB1F849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D2F2C48-FDC5-A7B8-4E8D-30DD8E3ECA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CA9587-3D5B-EB4D-982A-C2D3478CD15B}" type="datetimeFigureOut">
              <a:rPr lang="en-US" smtClean="0"/>
              <a:t>10/26/26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E059F9D-5C1B-D8E7-213B-26C4E46D56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987F8B-CAEA-FA2E-19CD-8CC480CAFB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23BAE-D3A4-B943-B197-B47555DFE4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18610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A11035-418D-C454-BA38-61EB915BB1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39D0517-9073-3BE5-3FA3-73EEDD0872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602337E-55D1-824A-4116-C0467259125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A3A1E46-9FC1-C717-0105-EFC2B8C06A0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E09CFB5-6E6F-2A1A-1BA0-CDD5F6EEE67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1606C9-45B9-09DD-B04B-99B13E3EEE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CA9587-3D5B-EB4D-982A-C2D3478CD15B}" type="datetimeFigureOut">
              <a:rPr lang="en-US" smtClean="0"/>
              <a:t>10/26/26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3A13E84-493A-77F5-D58E-704D710D5B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6E61002-4AF8-2A54-CF80-3F0C6093C2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23BAE-D3A4-B943-B197-B47555DFE4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5561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71353E-4FCB-E721-65F9-8B7E3421AA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DF8BB0-1A99-D3B4-9A01-2EC71EA6FB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CA9587-3D5B-EB4D-982A-C2D3478CD15B}" type="datetimeFigureOut">
              <a:rPr lang="en-US" smtClean="0"/>
              <a:t>10/26/26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AC3F516-F8A1-A831-C74E-6B916B824E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DD147FB-3A10-D7BE-700A-859812E382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23BAE-D3A4-B943-B197-B47555DFE4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57888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CEA8009-D35A-A62B-954F-853EE70514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CA9587-3D5B-EB4D-982A-C2D3478CD15B}" type="datetimeFigureOut">
              <a:rPr lang="en-US" smtClean="0"/>
              <a:t>10/26/26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EE3A91E-05C7-31D2-9B9C-7710B72364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C411BE-177B-168B-C0E9-01CA451EC1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23BAE-D3A4-B943-B197-B47555DFE4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01395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506EED-1501-5CD7-7A8B-E4AF484642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C8840C-0D34-74B4-FEB0-57C2106618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720E4D3-9C24-383E-1DC9-1BD09E02B5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F5331A1-3666-326A-1B34-2EE3F0955C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CA9587-3D5B-EB4D-982A-C2D3478CD15B}" type="datetimeFigureOut">
              <a:rPr lang="en-US" smtClean="0"/>
              <a:t>10/26/26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4EA4D67-FA66-C474-EB11-601A52DB6B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C1B4EE-924E-978B-BD3B-3BD6131A90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23BAE-D3A4-B943-B197-B47555DFE4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02866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39F611-DE72-9E63-3709-F1616B8500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D43C622-66F9-5F8F-CB5F-4EB808EBADDE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EB5F307-2B72-4004-A1A5-67518FF47D1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3AED953-85EE-411B-7746-200AF42781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CA9587-3D5B-EB4D-982A-C2D3478CD15B}" type="datetimeFigureOut">
              <a:rPr lang="en-US" smtClean="0"/>
              <a:t>10/26/26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0A0060A-75E0-11C0-14C5-E6D5A8FDF9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427FF7A-D951-1D0C-B367-2ECD408B09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23BAE-D3A4-B943-B197-B47555DFE4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04692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48A5DF-A94D-E3AA-CCE2-09592DE9F1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915E89A-815E-D0BD-C977-5AB61FF1FE6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167162-3D0A-BB94-8A3B-91297FD212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CA9587-3D5B-EB4D-982A-C2D3478CD15B}" type="datetimeFigureOut">
              <a:rPr lang="en-US" smtClean="0"/>
              <a:t>10/26/26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65FB1D-077B-CBC3-45EB-4F4ECD20A5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200A30-EA6F-99C6-3FEE-CE315B7405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23BAE-D3A4-B943-B197-B47555DFE4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90467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4474976-55F5-124D-10FA-808CC1A354B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3068376-48AF-CA07-73E9-03A509BD895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61FE40-CEF4-E602-DED9-3D2B818A03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CA9587-3D5B-EB4D-982A-C2D3478CD15B}" type="datetimeFigureOut">
              <a:rPr lang="en-US" smtClean="0"/>
              <a:t>10/26/26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A13944-C75C-907D-6B2A-92469FD6E7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5BB703-B6C5-3CEC-2766-F299834486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23BAE-D3A4-B943-B197-B47555DFE4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27181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5343489-C499-86E3-6D87-0F53A2166B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BCD0964-970B-5640-3ED6-D0DC6EC7B4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55AF06-5844-23E3-AED0-1F2F277FC7B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ECA9587-3D5B-EB4D-982A-C2D3478CD15B}" type="datetimeFigureOut">
              <a:rPr lang="en-US" smtClean="0"/>
              <a:t>10/26/26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2BD4E5-2AEC-7654-1C1F-7BD04D1FE25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61BFEF-EC0B-8F42-B1EA-7B7515FB66D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F323BAE-D3A4-B943-B197-B47555DFE4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55193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94EC87-6CF3-4BEA-1C7F-B333C539113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Midterm 1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F1991FD-4874-126B-9B26-6669F934E15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r"/>
            <a:r>
              <a:rPr lang="en-US" dirty="0"/>
              <a:t>Dave Feng</a:t>
            </a:r>
          </a:p>
        </p:txBody>
      </p:sp>
    </p:spTree>
    <p:extLst>
      <p:ext uri="{BB962C8B-B14F-4D97-AF65-F5344CB8AC3E}">
        <p14:creationId xmlns:p14="http://schemas.microsoft.com/office/powerpoint/2010/main" val="12459830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963B9E-066B-E515-CA34-DA233E976E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Architecture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4CFE13A-4D49-0199-AD11-997BEA89915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Input</a:t>
                </a: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↓ </m:t>
                    </m:r>
                  </m:oMath>
                </a14:m>
                <a:r>
                  <a:rPr lang="en-US" dirty="0"/>
                  <a:t>Source AST</a:t>
                </a: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↓</m:t>
                    </m:r>
                  </m:oMath>
                </a14:m>
                <a:r>
                  <a:rPr lang="en-US" dirty="0"/>
                  <a:t> Visitor Compiler</a:t>
                </a: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↓</m:t>
                    </m:r>
                  </m:oMath>
                </a14:m>
                <a:r>
                  <a:rPr lang="en-US" dirty="0"/>
                  <a:t> Church-encoded lambda</a:t>
                </a: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↓</m:t>
                    </m:r>
                  </m:oMath>
                </a14:m>
                <a:r>
                  <a:rPr lang="en-US" dirty="0"/>
                  <a:t> Call-by-value evaluator</a:t>
                </a: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↓</m:t>
                    </m:r>
                  </m:oMath>
                </a14:m>
                <a:r>
                  <a:rPr lang="en-US" dirty="0"/>
                  <a:t> Observer</a:t>
                </a:r>
              </a:p>
              <a:p>
                <a:r>
                  <a:rPr lang="en-US" dirty="0"/>
                  <a:t>Value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4CFE13A-4D49-0199-AD11-997BEA89915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86" t="-23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198602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F33B8A-A894-EAD8-9310-1AF67199C7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Abstract Syntax Trees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72F4CE-50E6-9053-DAE3-FF86B09412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D0Eop2(op, e1, e2)</a:t>
            </a:r>
          </a:p>
          <a:p>
            <a:r>
              <a:rPr lang="en-US" dirty="0"/>
              <a:t>D0Eop2((+), ONE, ONE)</a:t>
            </a:r>
          </a:p>
          <a:p>
            <a:endParaRPr lang="en-US" dirty="0"/>
          </a:p>
          <a:p>
            <a:endParaRPr lang="en-US" dirty="0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93F3C980-EAFE-42B4-ECA6-296CFD2067AE}"/>
              </a:ext>
            </a:extLst>
          </p:cNvPr>
          <p:cNvGrpSpPr/>
          <p:nvPr/>
        </p:nvGrpSpPr>
        <p:grpSpPr>
          <a:xfrm>
            <a:off x="6768662" y="2448911"/>
            <a:ext cx="2243959" cy="2228741"/>
            <a:chOff x="4183117" y="3447393"/>
            <a:chExt cx="2243959" cy="2228741"/>
          </a:xfrm>
        </p:grpSpPr>
        <p:sp>
          <p:nvSpPr>
            <p:cNvPr id="5" name="Rounded Rectangle 4">
              <a:extLst>
                <a:ext uri="{FF2B5EF4-FFF2-40B4-BE49-F238E27FC236}">
                  <a16:creationId xmlns:a16="http://schemas.microsoft.com/office/drawing/2014/main" id="{E500F5C1-2175-C481-DC21-049E519AC672}"/>
                </a:ext>
              </a:extLst>
            </p:cNvPr>
            <p:cNvSpPr/>
            <p:nvPr/>
          </p:nvSpPr>
          <p:spPr>
            <a:xfrm>
              <a:off x="4976648" y="3447393"/>
              <a:ext cx="662152" cy="662152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+</a:t>
              </a:r>
            </a:p>
          </p:txBody>
        </p:sp>
        <p:sp>
          <p:nvSpPr>
            <p:cNvPr id="6" name="Rounded Rectangle 5">
              <a:extLst>
                <a:ext uri="{FF2B5EF4-FFF2-40B4-BE49-F238E27FC236}">
                  <a16:creationId xmlns:a16="http://schemas.microsoft.com/office/drawing/2014/main" id="{61F27F94-2B5C-3E1F-527B-54594E481D52}"/>
                </a:ext>
              </a:extLst>
            </p:cNvPr>
            <p:cNvSpPr/>
            <p:nvPr/>
          </p:nvSpPr>
          <p:spPr>
            <a:xfrm>
              <a:off x="4183117" y="5013982"/>
              <a:ext cx="788276" cy="662152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ONE</a:t>
              </a:r>
            </a:p>
          </p:txBody>
        </p:sp>
        <p:sp>
          <p:nvSpPr>
            <p:cNvPr id="8" name="Rounded Rectangle 7">
              <a:extLst>
                <a:ext uri="{FF2B5EF4-FFF2-40B4-BE49-F238E27FC236}">
                  <a16:creationId xmlns:a16="http://schemas.microsoft.com/office/drawing/2014/main" id="{84625EB6-F590-3EA3-240E-FAC072A3DB11}"/>
                </a:ext>
              </a:extLst>
            </p:cNvPr>
            <p:cNvSpPr/>
            <p:nvPr/>
          </p:nvSpPr>
          <p:spPr>
            <a:xfrm>
              <a:off x="5638800" y="5013982"/>
              <a:ext cx="788276" cy="662152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ONE</a:t>
              </a:r>
            </a:p>
          </p:txBody>
        </p:sp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F3499ABF-B6A4-2F37-7EEE-5A751F8249D2}"/>
                </a:ext>
              </a:extLst>
            </p:cNvPr>
            <p:cNvCxnSpPr>
              <a:stCxn id="5" idx="2"/>
              <a:endCxn id="8" idx="0"/>
            </p:cNvCxnSpPr>
            <p:nvPr/>
          </p:nvCxnSpPr>
          <p:spPr>
            <a:xfrm>
              <a:off x="5307724" y="4109545"/>
              <a:ext cx="725214" cy="904437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FABC5402-6628-3BD9-4C79-669016D4C9CD}"/>
                </a:ext>
              </a:extLst>
            </p:cNvPr>
            <p:cNvCxnSpPr>
              <a:stCxn id="5" idx="2"/>
              <a:endCxn id="6" idx="0"/>
            </p:cNvCxnSpPr>
            <p:nvPr/>
          </p:nvCxnSpPr>
          <p:spPr>
            <a:xfrm flipH="1">
              <a:off x="4577255" y="4109545"/>
              <a:ext cx="730469" cy="904437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8371507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11062F-ADB7-A2ED-1CD2-0AB6326EC8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Church encoded-lambda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1ABACBA-3AB4-A8C2-579E-2DE41208FAA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Term ::= Var(name) | Lam(name, Term) | App(Term, Term)</a:t>
                </a:r>
              </a:p>
              <a:p>
                <a:r>
                  <a:rPr lang="en-US" dirty="0"/>
                  <a:t>Term ::=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begChr m:val="|"/>
                        <m:endChr m:val="|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𝜆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d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br>
                  <a:rPr lang="en-US" dirty="0"/>
                </a:br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1ABACBA-3AB4-A8C2-579E-2DE41208FAA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86" t="-23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053583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447A93-BB5B-5339-40B6-F19CBE5F54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do we represent primitives?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94B8E9A-34F7-1B1B-DCC8-2F99D59727E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4837934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TRUE  =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. 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.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dirty="0"/>
              </a:p>
              <a:p>
                <a:r>
                  <a:rPr lang="en-US" dirty="0"/>
                  <a:t>FALSE =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.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.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0 =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.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.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lang="en-US" dirty="0"/>
                  <a:t>  			(ZERO)</a:t>
                </a:r>
              </a:p>
              <a:p>
                <a:r>
                  <a:rPr lang="en-US" dirty="0"/>
                  <a:t>1 =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.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.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lang="en-US" dirty="0"/>
                  <a:t>			(ONE)</a:t>
                </a:r>
              </a:p>
              <a:p>
                <a:r>
                  <a:rPr lang="en-US" dirty="0"/>
                  <a:t>2 =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.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.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		(TWO)</a:t>
                </a:r>
              </a:p>
              <a:p>
                <a:r>
                  <a:rPr lang="en-US" dirty="0"/>
                  <a:t>3 =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.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.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		(THREE)</a:t>
                </a:r>
              </a:p>
              <a:p>
                <a:endParaRPr lang="en-US" dirty="0"/>
              </a:p>
              <a:p>
                <a:r>
                  <a:rPr lang="en-US" dirty="0"/>
                  <a:t>Pair A B =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.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.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.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endParaRPr lang="en-US" dirty="0"/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94B8E9A-34F7-1B1B-DCC8-2F99D59727E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4837934"/>
              </a:xfrm>
              <a:blipFill>
                <a:blip r:embed="rId2"/>
                <a:stretch>
                  <a:fillRect l="-1086" t="-209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696070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686481-4695-06AD-4100-8F7FD856C1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Call by value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ADA284F-4448-8DE6-2F9E-A518944BA87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let f x = x + 1; f (5+5)</a:t>
                </a: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(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𝜆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ADA284F-4448-8DE6-2F9E-A518944BA87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86" t="-23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454999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766FBA-F4AF-A160-48AB-1E9733F753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Observer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2410110-64C0-D95A-A62C-1491CF207BF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3 =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.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.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		(THREE)</a:t>
                </a: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lang="en-US" dirty="0"/>
                  <a:t> is the base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2410110-64C0-D95A-A62C-1491CF207BF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86" t="-23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637614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83C6E0-CB0C-7845-A00A-EB144551A4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Visitors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F8FB6D-5784-F0B7-4C7B-1C47CDF12C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If (op = “+”) then … else …</a:t>
            </a:r>
          </a:p>
          <a:p>
            <a:r>
              <a:rPr lang="en-US" dirty="0"/>
              <a:t>Accept (visitor, self)</a:t>
            </a:r>
          </a:p>
          <a:p>
            <a:endParaRPr lang="en-US" dirty="0"/>
          </a:p>
          <a:p>
            <a:r>
              <a:rPr lang="en-US" dirty="0" err="1"/>
              <a:t>AddVisitor</a:t>
            </a:r>
            <a:r>
              <a:rPr lang="en-US" dirty="0"/>
              <a:t>:</a:t>
            </a:r>
          </a:p>
          <a:p>
            <a:pPr lvl="1"/>
            <a:r>
              <a:rPr lang="en-US" dirty="0" err="1"/>
              <a:t>IntAddVisitor</a:t>
            </a:r>
            <a:r>
              <a:rPr lang="en-US" dirty="0"/>
              <a:t>()</a:t>
            </a:r>
          </a:p>
          <a:p>
            <a:pPr lvl="1"/>
            <a:r>
              <a:rPr lang="en-US" dirty="0" err="1"/>
              <a:t>BoolAddVisitor</a:t>
            </a:r>
            <a:r>
              <a:rPr lang="en-US" dirty="0"/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20641996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124</TotalTime>
  <Words>227</Words>
  <Application>Microsoft Macintosh PowerPoint</Application>
  <PresentationFormat>Widescreen</PresentationFormat>
  <Paragraphs>42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Aptos</vt:lpstr>
      <vt:lpstr>Aptos Display</vt:lpstr>
      <vt:lpstr>Arial</vt:lpstr>
      <vt:lpstr>Cambria Math</vt:lpstr>
      <vt:lpstr>Office Theme</vt:lpstr>
      <vt:lpstr>Midterm 1</vt:lpstr>
      <vt:lpstr>Architecture</vt:lpstr>
      <vt:lpstr>Abstract Syntax Trees</vt:lpstr>
      <vt:lpstr>Church encoded-lambda</vt:lpstr>
      <vt:lpstr>How do we represent primitives?</vt:lpstr>
      <vt:lpstr>Call by value</vt:lpstr>
      <vt:lpstr>Observer</vt:lpstr>
      <vt:lpstr>Visitors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Feng, Dave</dc:creator>
  <cp:lastModifiedBy>Feng, Dave</cp:lastModifiedBy>
  <cp:revision>8</cp:revision>
  <dcterms:created xsi:type="dcterms:W3CDTF">2026-10-27T02:19:56Z</dcterms:created>
  <dcterms:modified xsi:type="dcterms:W3CDTF">2026-10-27T04:24:39Z</dcterms:modified>
</cp:coreProperties>
</file>